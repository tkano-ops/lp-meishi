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457200"/>
            <a:ext cx="2743200" cy="2743200"/>
          </a:xfrm>
          <a:prstGeom prst="ellipse">
            <a:avLst/>
          </a:prstGeom>
          <a:solidFill>
            <a:srgbClr val="E9456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18904" y="-219456"/>
            <a:ext cx="2450592" cy="2450592"/>
          </a:xfrm>
          <a:prstGeom prst="ellipse">
            <a:avLst/>
          </a:prstGeom>
          <a:solidFill>
            <a:srgbClr val="F0A50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02368" y="18288"/>
            <a:ext cx="2157984" cy="2157984"/>
          </a:xfrm>
          <a:prstGeom prst="ellipse">
            <a:avLst/>
          </a:prstGeom>
          <a:solidFill>
            <a:srgbClr val="2EC4B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85832" y="256032"/>
            <a:ext cx="1865376" cy="1865376"/>
          </a:xfrm>
          <a:prstGeom prst="ellipse">
            <a:avLst/>
          </a:prstGeom>
          <a:solidFill>
            <a:srgbClr val="3A86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369296" y="493776"/>
            <a:ext cx="1572768" cy="1572768"/>
          </a:xfrm>
          <a:prstGeom prst="ellipse">
            <a:avLst/>
          </a:prstGeom>
          <a:solidFill>
            <a:srgbClr val="8338E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</a:t>
            </a:r>
            <a:pPr indent="0" marL="0">
              <a:buNone/>
            </a:pPr>
            <a:r>
              <a:rPr lang="en-US" sz="12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 goodcast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無料ガイド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「名刺を配って終わる人」と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「次の商談につながる人」の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違いとは。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85800" y="5623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交流会で出会った10人のうち、後日ちゃんと連絡が取れるのは何人ですか。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6035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交流会で成果を出すための実践ガイド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目次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この資料の構成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28600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準備篇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09160" y="2286000"/>
            <a:ext cx="6796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交流会に行く前にやること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944368"/>
            <a:ext cx="10820095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4436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294436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会場篇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944368"/>
            <a:ext cx="6796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その場での立ち回り方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602736"/>
            <a:ext cx="10820095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0273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360273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失敗篇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3602736"/>
            <a:ext cx="6796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成果が出ない人の共通点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261104"/>
            <a:ext cx="10820095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6110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426110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事後篇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09160" y="4261104"/>
            <a:ext cx="6796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本当の勝負は、交流会が終わった後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919472"/>
            <a:ext cx="10820095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91947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49194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実践ワーク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09160" y="4919472"/>
            <a:ext cx="6796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明日から使えるテンプレ集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5577840"/>
            <a:ext cx="10820095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57784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91640" y="557784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おわりに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09160" y="5577840"/>
            <a:ext cx="6796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なぜ、この資料を作ったか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INTRO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はじめに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交流会に出ているのに、</a:t>
            </a:r>
            <a:endParaRPr lang="en-US" sz="3000" dirty="0"/>
          </a:p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何も変わらない人へ。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108200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毎月のように交流会や異業種交流会に参加して、名刺を何十枚と交換している。それなのに、半年経っても新しい仕事や紹介につながらない——そんな相談を、これまで何度も受けてきました。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原因の多くは、話し方が下手なことではありません。会場での立ち回り方と、その後のフォローの仕方を、体系立てて教わったことがないだけです。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この資料では、交流会で「ただ名刺を配って終わる人」と「次の商談につながる人」の違いを、準備・会場・事後の3つのフェーズに分けて解説します。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10312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23774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9456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3977640" y="2880360"/>
            <a:ext cx="75282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交流会に行く前に、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勝負は始まっている。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977640" y="4114800"/>
            <a:ext cx="75282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自己紹介の型と、当日の目標設定を決めておくだけで、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会場での立ち回りは大きく変わります。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SELF 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準備 / 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15秒で覚えてもらう、</a:t>
            </a:r>
            <a:endParaRPr lang="en-US" sz="2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自己紹介の型。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交流会での自己紹介は、たった15〜20秒です。この短い時間で何を伝えるかで、印象が決まります。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337560"/>
            <a:ext cx="4572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474720"/>
            <a:ext cx="33323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① 誰の役に立つ人か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20624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「〇〇業界の経営者向けに〜」など、聞き手が自分ごとにできる一言から入る。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29658" y="3337560"/>
            <a:ext cx="45720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" name="Text 9"/>
          <p:cNvSpPr/>
          <p:nvPr/>
        </p:nvSpPr>
        <p:spPr>
          <a:xfrm>
            <a:off x="4429658" y="3474720"/>
            <a:ext cx="33323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② 数字はひとつだけ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29658" y="420624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実績を並べすぎない。一番伝えたい数字を、ひとつだけ選んで添える。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73517" y="3337560"/>
            <a:ext cx="457200" cy="457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8173517" y="3474720"/>
            <a:ext cx="33323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③ 覚えやすい一言で締める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73517" y="420624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「〜な人です」で終わる、記憶に残るフレーズをひとつ用意しておく。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GOAL &amp; CHECKLIST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準備 / 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目標にすべきは、</a:t>
            </a:r>
            <a:endParaRPr lang="en-US" sz="2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名刺の枚数ではない。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交流会の目標を「何枚配ったか」にしてしまうと、その場限りの数合わせで終わります。目標にすべきは「後日、覚えてもらえた人数」。1人でも「あの人か」と思い出してもらえれば、その交流会は成功で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35240" y="260604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持ち物チェック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3337560"/>
            <a:ext cx="164592" cy="164592"/>
          </a:xfrm>
          <a:prstGeom prst="rect">
            <a:avLst/>
          </a:prstGeom>
          <a:ln w="1905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32918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名刺（多めに、切らさない枚数）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3931920"/>
            <a:ext cx="164592" cy="164592"/>
          </a:xfrm>
          <a:prstGeom prst="rect">
            <a:avLst/>
          </a:prstGeom>
          <a:ln w="1905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38862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名刺入れ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4526280"/>
            <a:ext cx="164592" cy="164592"/>
          </a:xfrm>
          <a:prstGeom prst="rect">
            <a:avLst/>
          </a:prstGeom>
          <a:ln w="1905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4480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話した内容を一言メモできる手帳かスマホ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5120640"/>
            <a:ext cx="164592" cy="164592"/>
          </a:xfrm>
          <a:prstGeom prst="rect">
            <a:avLst/>
          </a:prstGeom>
          <a:ln w="19050">
            <a:solidFill>
              <a:srgbClr val="3A8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50749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（あれば）NFC・QR付きのデジタル名刺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10312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23774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3A86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3977640" y="2880360"/>
            <a:ext cx="75282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会場での90分が、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その後を決める。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977640" y="4114800"/>
            <a:ext cx="75282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誰に、どう声をかけ、どのタイミングで名刺を渡すか。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その場での立ち回り方を具体的に見ていきます。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HOW TO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会場 / 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会話の輪には、</a:t>
            </a:r>
            <a:endParaRPr lang="en-US" sz="2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端から静かに入る。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33323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一人でいる人から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023360"/>
            <a:ext cx="333237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すでに盛り上がっている輪より、一人で立っている人の方が話しかけやすく、感謝もされる。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29658" y="283464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29658" y="3246120"/>
            <a:ext cx="33323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会話の切れ目を待つ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29658" y="4023360"/>
            <a:ext cx="333237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話の途中で割り込まない。相槌が落ち着いたタイミングで「少しよろしいですか」と一声かける。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73517" y="283464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73517" y="3246120"/>
            <a:ext cx="33323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最初の一言はイベントの話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73517" y="4023360"/>
            <a:ext cx="333237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自己紹介より先に「今日はどんなきっかけで？」など、場に関する軽い質問から入る。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ASK, DON'T PITCH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会場 / 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自分の話す時間より、</a:t>
            </a:r>
            <a:endParaRPr lang="en-US" sz="2700" dirty="0"/>
          </a:p>
          <a:p>
            <a:pPr indent="0" marL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質問の質で覚えられる。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自分の事業やサービスを長く話す人は、案外覚えてもらえません。相手が気持ちよく話せる質問を持っておくと、会話が弾み、印象にも残ります。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429000"/>
            <a:ext cx="1082009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290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3429000"/>
            <a:ext cx="96313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今日はどんなきっかけでいらしたんですか？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206240"/>
            <a:ext cx="1082009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062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4206240"/>
            <a:ext cx="96313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今、一番力を入れていることは何ですか？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983480"/>
            <a:ext cx="1082009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9834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983480"/>
            <a:ext cx="96313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もし何か力になれそうなことがあれば、遠慮なく言ってください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— WHEN TO EXCHANGE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会場 / 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名刺は、</a:t>
            </a:r>
            <a:endParaRPr lang="en-US" sz="3000" dirty="0"/>
          </a:p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会話の最後に渡す。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会話の最初に名刺を渡すと、その後の会話が「営業モード」になりがちです。ある程度話してから交換すると、名刺そのものに会話の文脈が乗ります。渡すときは、会話の内容に絡めた一言を添えましょう。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703320"/>
            <a:ext cx="10820095" cy="19202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C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一言の例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4343400"/>
            <a:ext cx="10088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「先ほどの〇〇のお話、面白かったです。またぜひ聞かせてください」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4983480"/>
            <a:ext cx="10088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「同じ課題を感じているので、今度情報交換させてもらえたら嬉しいです」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10312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23774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0A50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3977640" y="2880360"/>
            <a:ext cx="75282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成果が出ない人には、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共通点がある。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977640" y="4114800"/>
            <a:ext cx="75282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どれも「悪気なく」やってしまいがちなことばかりです。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まず自分に当てはまっていないか確認してみてください。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— COMMON MISTAKES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失敗篇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その名刺交換、</a:t>
            </a:r>
            <a:endParaRPr lang="en-US" sz="2500" dirty="0"/>
          </a:p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どこかで見た光景かもしれません。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33323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配って満足してしまう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4160520"/>
            <a:ext cx="333237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名刺を渡した瞬間に「よし、1人増えた」と満足してしまい、会話の中身が残っていない。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29658" y="292608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29658" y="3337560"/>
            <a:ext cx="33323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自己紹介が長い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29658" y="4160520"/>
            <a:ext cx="333237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聞かれてもいない実績まで話してしまい、相手が「早く終わらないかな」と感じている。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73517" y="292608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73517" y="3337560"/>
            <a:ext cx="33323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フォローを後回しにする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73517" y="4160520"/>
            <a:ext cx="333237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「後で連絡しよう」と思ったまま、名刺の束に埋もれて数週間が過ぎてしまう。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10312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23774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EC4B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04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3977640" y="2880360"/>
            <a:ext cx="75282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本当の勝負は、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交流会が終わった後。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977640" y="4114800"/>
            <a:ext cx="75282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会場での印象がどれだけ良くても、フォローがなければ、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その出会いはなかったことになります。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— AFTER THE EVENT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事後篇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会ってから24時間が、</a:t>
            </a:r>
            <a:endParaRPr lang="en-US" sz="2600" dirty="0"/>
          </a:p>
          <a:p>
            <a:pPr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一番覚えられている瞬間。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457200" cy="4572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88036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24時間ルール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513572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時間が経つほど、相手の記憶の中であなたは「その他大勢」になっていきます。当日か翌日中に、会話の内容に触れた一言を送るだけで、記憶に残る確率は大きく変わります。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70168" y="2743200"/>
            <a:ext cx="4572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6370168" y="288036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なぜ名刺は机で眠るのか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70168" y="3429000"/>
            <a:ext cx="513572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紙の名刺には、名前と肩書きしか書かれていません。数日経って見返しても、どんな人だったか、なぜ話したのかを思い出すきっかけになりません。フォローの連絡自体は正しくても、思い出してもらえなければ届かないのです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10312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23774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8338EC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05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3977640" y="2880360"/>
            <a:ext cx="75282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読むだけで終わらせない、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明日からのテンプレ。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977640" y="4114800"/>
            <a:ext cx="75282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自己紹介の型と、交流会前後のチェックリストです。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そのままメモに写して、次の交流会で使ってみてください。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— TEMPLATE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実践ワーク / 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そのまま埋めるだけの、</a:t>
            </a:r>
            <a:endParaRPr lang="en-US" sz="2700" dirty="0"/>
          </a:p>
          <a:p>
            <a:pPr indent="0" marL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自己紹介テンプレート。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10820095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063240"/>
            <a:ext cx="990569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私は［　　　　　　］向けに［　　　　　　］をしている［　　　　　　］です。</a:t>
            </a:r>
            <a:endParaRPr lang="en-US" sz="1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特に［　数字・実績を1つ　］が強みで、</a:t>
            </a:r>
            <a:endParaRPr lang="en-US" sz="1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「［　覚えてもらいたい一言　］な人」だと思ってもらえたら嬉しいです。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53492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［　］の部分を、自分の言葉で埋めて、口に出して15秒で言えるか練習してみてください。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— CHECKLIST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実践ワーク / 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交流会の前日・当日・翌日、</a:t>
            </a:r>
            <a:endParaRPr lang="en-US" sz="2700" dirty="0"/>
          </a:p>
          <a:p>
            <a:pPr indent="0" marL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やることリスト。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2651760"/>
            <a:ext cx="3332378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651760"/>
            <a:ext cx="3332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前日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383280"/>
            <a:ext cx="146304" cy="146304"/>
          </a:xfrm>
          <a:prstGeom prst="rect">
            <a:avLst/>
          </a:prstGeom>
          <a:ln w="1905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3337560"/>
            <a:ext cx="30763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自己紹介を声に出して練習する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4206240"/>
            <a:ext cx="146304" cy="146304"/>
          </a:xfrm>
          <a:prstGeom prst="rect">
            <a:avLst/>
          </a:prstGeom>
          <a:ln w="1905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4160520"/>
            <a:ext cx="30763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名刺を切らさない枚数に補充する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5029200"/>
            <a:ext cx="146304" cy="146304"/>
          </a:xfrm>
          <a:prstGeom prst="rect">
            <a:avLst/>
          </a:prstGeom>
          <a:ln w="1905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983480"/>
            <a:ext cx="30763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今日の目標（覚えてもらう人数）を決める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29658" y="2651760"/>
            <a:ext cx="3332378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4429658" y="2651760"/>
            <a:ext cx="3332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当日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29658" y="3383280"/>
            <a:ext cx="146304" cy="146304"/>
          </a:xfrm>
          <a:prstGeom prst="rect">
            <a:avLst/>
          </a:prstGeom>
          <a:ln w="1905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5690" y="3337560"/>
            <a:ext cx="30763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一人でいる人から声をかける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29658" y="4206240"/>
            <a:ext cx="146304" cy="146304"/>
          </a:xfrm>
          <a:prstGeom prst="rect">
            <a:avLst/>
          </a:prstGeom>
          <a:ln w="1905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5690" y="4160520"/>
            <a:ext cx="30763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名刺は会話の最後、一言添えて渡す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29658" y="5029200"/>
            <a:ext cx="146304" cy="146304"/>
          </a:xfrm>
          <a:prstGeom prst="rect">
            <a:avLst/>
          </a:prstGeom>
          <a:ln w="1905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5690" y="4983480"/>
            <a:ext cx="30763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話の内容を後でメモできるようにする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73517" y="2651760"/>
            <a:ext cx="3332378" cy="45720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23" name="Text 21"/>
          <p:cNvSpPr/>
          <p:nvPr/>
        </p:nvSpPr>
        <p:spPr>
          <a:xfrm>
            <a:off x="8173517" y="2651760"/>
            <a:ext cx="3332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翌日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73517" y="3383280"/>
            <a:ext cx="146304" cy="146304"/>
          </a:xfrm>
          <a:prstGeom prst="rect">
            <a:avLst/>
          </a:prstGeom>
          <a:ln w="19050">
            <a:solidFill>
              <a:srgbClr val="833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29549" y="3337560"/>
            <a:ext cx="30763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24時間以内に一言フォローを送る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73517" y="4206240"/>
            <a:ext cx="146304" cy="146304"/>
          </a:xfrm>
          <a:prstGeom prst="rect">
            <a:avLst/>
          </a:prstGeom>
          <a:ln w="19050">
            <a:solidFill>
              <a:srgbClr val="8338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9549" y="4160520"/>
            <a:ext cx="30763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会話の内容に触れて思い出してもらう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73517" y="5029200"/>
            <a:ext cx="146304" cy="146304"/>
          </a:xfrm>
          <a:prstGeom prst="rect">
            <a:avLst/>
          </a:prstGeom>
          <a:ln w="19050">
            <a:solidFill>
              <a:srgbClr val="8338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29549" y="4983480"/>
            <a:ext cx="30763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次に会う約束・提案を1つ添える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— WHY WE MADE THIS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おわりに / 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この資料は、</a:t>
            </a:r>
            <a:endParaRPr lang="en-US" sz="2600" dirty="0"/>
          </a:p>
          <a:p>
            <a:pPr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自分たちの失敗から生まれました。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457200" cy="4572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83464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玉木 雄介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513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86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ヒトイロ代表取締役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513572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る交流会で、ちょうど探していた業界の方と1時間近く話し込み、良い手応えを感じて名刺を交換しました。1週間後にお礼の連絡をしたところ「すみません、どなたでしたか」と一言。話の内容は覚えていても、名前と顔が一致しなかったのです。あの日の1時間は、名刺の中には残っていませんでした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70168" y="2697480"/>
            <a:ext cx="4572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6370168" y="283464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加納 斗良士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70168" y="3291840"/>
            <a:ext cx="513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45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ヒトイロ共同創業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70168" y="3703320"/>
            <a:ext cx="513572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経営者としていくつもの交流会に出る中で、同じことを何度も経験しました。渡した名刺の枚数だけを数えて満足していた時期もあります。「後から思い出してもらえるかどうか」を基準にしてから、交流会での過ごし方が変わりました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— CONTACT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おわりに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108200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この資料自体も、</a:t>
            </a:r>
            <a:endParaRPr lang="en-US" sz="2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「その後のフォロー」の一つです。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私たちは、名刺交換の「その後」を良くする方法を、これからもずっと考えていきます。ヒトイロは、その一つの答えとして作った、かざすだけで自己紹介が伝わるデジタル名刺です。まずは今日の資料を、次の交流会で試してみてください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4160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もっと知りたい方へ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4480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このトーク画面に、そのまま返信してください。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5074920"/>
            <a:ext cx="5943600" cy="822960"/>
          </a:xfrm>
          <a:prstGeom prst="rect">
            <a:avLst/>
          </a:prstGeom>
          <a:ln w="12700">
            <a:solidFill>
              <a:srgbClr val="D4D4D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68680" y="507492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「相談したい」の一言で大丈夫です。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あなたの名刺・自己紹介を、無料で一緒に見直します。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834640"/>
            <a:ext cx="1920240" cy="1920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9536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サービス詳細はこちら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 — 交流会 立ち回りガイド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2026-07-06T00:42:13Z</dcterms:created>
  <dcterms:modified xsi:type="dcterms:W3CDTF">2026-07-06T00:42:13Z</dcterms:modified>
</cp:coreProperties>
</file>